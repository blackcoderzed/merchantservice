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600" y="2111375"/>
            <a:ext cx="1251585" cy="390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15">
                <a:latin typeface="Arial"/>
                <a:cs typeface="Arial"/>
              </a:rPr>
              <a:t>190110000000177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r>
              <a:rPr dirty="0" sz="900" spc="-5">
                <a:latin typeface="Arial"/>
                <a:cs typeface="Arial"/>
              </a:rPr>
              <a:t>Pro (1) Global</a:t>
            </a:r>
            <a:r>
              <a:rPr dirty="0" sz="900" spc="204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(Insein)-1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2600" y="2568575"/>
            <a:ext cx="38100" cy="161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5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1775" y="600075"/>
            <a:ext cx="7080250" cy="147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8600" y="3171825"/>
          <a:ext cx="7103745" cy="1029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/>
                <a:gridCol w="1158240"/>
                <a:gridCol w="1393825"/>
                <a:gridCol w="2075814"/>
                <a:gridCol w="1620519"/>
              </a:tblGrid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DATE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CARD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TYPE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CARD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NUMBER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16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-5">
                          <a:latin typeface="Arial"/>
                          <a:cs typeface="Arial"/>
                        </a:rPr>
                        <a:t>GROSS TRANSACTION</a:t>
                      </a:r>
                      <a:r>
                        <a:rPr dirty="0" sz="90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(MMK)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NET 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SETTLEMENT</a:t>
                      </a:r>
                      <a:r>
                        <a:rPr dirty="0" sz="900" spc="-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(MMK)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16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16/07/2020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Unknown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Card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356857xxxxxx8246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900" spc="-5">
                          <a:latin typeface="Arial"/>
                          <a:cs typeface="Arial"/>
                        </a:rPr>
                        <a:t>18,000.00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900" spc="-5">
                          <a:latin typeface="Arial"/>
                          <a:cs typeface="Arial"/>
                        </a:rPr>
                        <a:t>17,820.00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818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850" spc="-5" b="1">
                          <a:latin typeface="Arial"/>
                          <a:cs typeface="Arial"/>
                        </a:rPr>
                        <a:t>TOTAL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937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900" spc="-5">
                          <a:latin typeface="Arial"/>
                          <a:cs typeface="Arial"/>
                        </a:rPr>
                        <a:t>18,000.00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82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900" spc="-5">
                          <a:latin typeface="Arial"/>
                          <a:cs typeface="Arial"/>
                        </a:rPr>
                        <a:t>17,820.00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92100" y="2110740"/>
            <a:ext cx="1116330" cy="847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">
                <a:latin typeface="Arial"/>
                <a:cs typeface="Arial"/>
              </a:rPr>
              <a:t>MID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66700"/>
              </a:lnSpc>
            </a:pPr>
            <a:r>
              <a:rPr dirty="0" sz="900" spc="-5">
                <a:latin typeface="Arial"/>
                <a:cs typeface="Arial"/>
              </a:rPr>
              <a:t>MERCHANT </a:t>
            </a:r>
            <a:r>
              <a:rPr dirty="0" sz="900" spc="-10">
                <a:latin typeface="Arial"/>
                <a:cs typeface="Arial"/>
              </a:rPr>
              <a:t>NAME  </a:t>
            </a:r>
            <a:r>
              <a:rPr dirty="0" sz="900" spc="-5">
                <a:latin typeface="Arial"/>
                <a:cs typeface="Arial"/>
              </a:rPr>
              <a:t>ADDRESS  SETTELMENT</a:t>
            </a:r>
            <a:r>
              <a:rPr dirty="0" sz="900" spc="-95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BANK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2600" y="2796540"/>
            <a:ext cx="865505" cy="161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latin typeface="Arial"/>
                <a:cs typeface="Arial"/>
              </a:rPr>
              <a:t>uab bank</a:t>
            </a:r>
            <a:r>
              <a:rPr dirty="0" sz="900" spc="-5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Limited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1775" y="8887459"/>
            <a:ext cx="7080250" cy="1577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2020-07-30T04:54:55Z</dcterms:created>
  <dcterms:modified xsi:type="dcterms:W3CDTF">2020-07-30T04:54:55Z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Crystal Reports</vt:lpwstr>
  </property>
</Properties>
</file>